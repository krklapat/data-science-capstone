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9aa7f14e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b9aa7f14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b9aa7f14e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b9aa7f14e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just CAISO, but this is where the grid is headed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b9aa7f14e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b9aa7f14e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b9aa7f14e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b9aa7f14e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b9aa7f14e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b9aa7f14e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b9aa7f14e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b9aa7f14e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b9aa7f14e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b9aa7f14e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Zack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b9aa7f14e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b9aa7f14e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b9aa7f14e_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b9aa7f14e_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Tommy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b9aa7f14e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b9aa7f14e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gridstatus.io/datasets?source=miso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Level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Battery Optimization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500" y="1353067"/>
            <a:ext cx="4255500" cy="2394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942" rtl="0" algn="l">
              <a:spcBef>
                <a:spcPts val="1193"/>
              </a:spcBef>
              <a:spcAft>
                <a:spcPts val="0"/>
              </a:spcAft>
              <a:buNone/>
            </a:pPr>
            <a:r>
              <a:rPr lang="en" sz="1500"/>
              <a:t>As the grid begins to rely further and further upon renewable resources, battery storage is going to be a lot more common in order to flatten the energy surplus during sunny and windy hours, as well as raise the energy deficit during cloudy/nighttime and calm hours. This will require more advanced battery storage algorithms in order to optimize energy sales while considering the day ahead and real time prices.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How can we optimize grid level battery charging to maximize energy sales while minimizing battery degradation?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8" y="609600"/>
            <a:ext cx="8162925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Energy Market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561750" y="18985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Day Ahead Market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Real Time Market</a:t>
            </a:r>
            <a:endParaRPr sz="1500"/>
          </a:p>
        </p:txBody>
      </p:sp>
      <p:pic>
        <p:nvPicPr>
          <p:cNvPr id="299" name="Google Shape;299;p16" title="Locational Marginal Price - MI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550" y="1341005"/>
            <a:ext cx="5315001" cy="274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833225" y="1709050"/>
            <a:ext cx="7794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475" lvl="0" marL="457200" rtl="0" algn="l">
              <a:lnSpc>
                <a:spcPct val="80000"/>
              </a:lnSpc>
              <a:spcBef>
                <a:spcPts val="1193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LMP Day Ahead - for day ahead market optimization.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LMP Real Time 5 min - for real time adjustments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LMP Real Time Final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 decay function - for charge/discharge penalty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LMP Future Predictions - for more fine tune adjustments/ optimization planning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A - Use real data (LMP Day ahead)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B - Build our own model based on weather data, load forecasts, etc.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Forecast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 Forecast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Forecast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47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1"/>
              <a:buFont typeface="Arial"/>
              <a:buChar char="-"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Outage Forecast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193"/>
              </a:spcBef>
              <a:spcAft>
                <a:spcPts val="0"/>
              </a:spcAft>
              <a:buSzPts val="1018"/>
              <a:buNone/>
            </a:pPr>
            <a:r>
              <a:rPr lang="en" sz="132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https://www.gridstatus.io/datasets?source=miso</a:t>
            </a: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193"/>
              </a:spcBef>
              <a:spcAft>
                <a:spcPts val="0"/>
              </a:spcAft>
              <a:buSzPts val="1018"/>
              <a:buNone/>
            </a:pPr>
            <a:r>
              <a:rPr lang="en" sz="13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API Access and querying . Can we get funding???</a:t>
            </a:r>
            <a:endParaRPr sz="13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Time Prediction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Using wind forecasts, solar forecasts, outage data, additional weather data, etc. Build a model to predict real time prices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Evaluation: Compare predicted to true price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Algorithm</a:t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Using predicted prices </a:t>
            </a:r>
            <a:r>
              <a:rPr lang="en" sz="1500"/>
              <a:t>mathematically</a:t>
            </a:r>
            <a:r>
              <a:rPr lang="en" sz="1500"/>
              <a:t> determine the optimal times to charge and discharge our </a:t>
            </a:r>
            <a:r>
              <a:rPr lang="en" sz="1500"/>
              <a:t>theoretical</a:t>
            </a:r>
            <a:r>
              <a:rPr lang="en" sz="1500"/>
              <a:t> </a:t>
            </a:r>
            <a:r>
              <a:rPr lang="en" sz="1500"/>
              <a:t>batteries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Penalize </a:t>
            </a:r>
            <a:r>
              <a:rPr lang="en" sz="1500"/>
              <a:t>wear on battery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Model</a:t>
            </a:r>
            <a:endParaRPr/>
          </a:p>
        </p:txBody>
      </p:sp>
      <p:sp>
        <p:nvSpPr>
          <p:cNvPr id="323" name="Google Shape;323;p20"/>
          <p:cNvSpPr txBox="1"/>
          <p:nvPr>
            <p:ph idx="1" type="body"/>
          </p:nvPr>
        </p:nvSpPr>
        <p:spPr>
          <a:xfrm>
            <a:off x="1303800" y="1597875"/>
            <a:ext cx="7030500" cy="3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Can we get more computing power???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Evaluation: Compare historical battery earnings to our battery earnings (scaled to battery capacity)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Take in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Current true real time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Predicted real time for the next 24 hours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Day ahead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Output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Charge, Hold, or Discharge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Evaluation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Compare to real battery earnings (scaled for capacity)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Compare to algorithm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Issues</a:t>
            </a:r>
            <a:endParaRPr/>
          </a:p>
        </p:txBody>
      </p:sp>
      <p:sp>
        <p:nvSpPr>
          <p:cNvPr id="329" name="Google Shape;329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Will need access to an API key from GridStatus (ongoing) and may need funds for it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Working on getting in contact with the </a:t>
            </a:r>
            <a:r>
              <a:rPr lang="en" sz="1500"/>
              <a:t>company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May need high performance computing for the reinforcement learning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Lack of general knowledge in the energy sector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Extensions (If there’s time)</a:t>
            </a:r>
            <a:endParaRPr/>
          </a:p>
        </p:txBody>
      </p:sp>
      <p:sp>
        <p:nvSpPr>
          <p:cNvPr id="335" name="Google Shape;335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</a:t>
            </a:r>
            <a:r>
              <a:rPr lang="en" sz="1500"/>
              <a:t>ntegrate other market prices into the prediction model (uranium, stock market, etc)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500"/>
              <a:t>Rough ideas for integrating news cycles into the prediction model</a:t>
            </a:r>
            <a:endParaRPr sz="15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500"/>
              <a:t>Would be challenging</a:t>
            </a:r>
            <a:endParaRPr sz="15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500"/>
              <a:t>Would require text mining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41" name="Google Shape;341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